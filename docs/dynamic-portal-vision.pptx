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PLATFORM</a:t>
            </a:r>
          </a:p>
          <a:p>
            <a:r>
              <a:t>Dynamic Portal</a:t>
            </a:r>
          </a:p>
          <a:p>
            <a:r>
              <a:t>One declaration, many projections.</a:t>
            </a:r>
          </a:p>
          <a:p>
            <a:r>
              <a:t>Every solution's screens, agent tools, MCP surface, and public API are four views of one asset the solution owns. Satellites send data, not code — the hub owns all branding, shell, nav, and auth.</a:t>
            </a:r>
          </a:p>
          <a:p>
            <a:r>
              <a:t>Screens</a:t>
            </a:r>
          </a:p>
          <a:p>
            <a:r>
              <a:t>Agent</a:t>
            </a:r>
          </a:p>
          <a:p>
            <a:r>
              <a:t>Outward MCP</a:t>
            </a:r>
          </a:p>
          <a:p>
            <a:r>
              <a:t>Public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</a:t>
            </a:r>
          </a:p>
          <a:p>
            <a:r>
              <a:t>Integration that couples to what changes fastest</a:t>
            </a:r>
          </a:p>
          <a:p>
            <a:r>
              <a:t>Micro-frontends &amp; per-team UIs — every solution ships its own code, CSS, and shell. Branding drifts, and every screen change is a hub deploy.</a:t>
            </a:r>
          </a:p>
          <a:p>
            <a:r>
              <a:t>"AI / MCP / API" as three programs — each treated as a separate integration effort, multiplied by the number of solutions.</a:t>
            </a:r>
          </a:p>
          <a:p>
            <a:r>
              <a:t>The real risk isn't old tech — it's coupling to things (models, MCP wire, UI frameworks) that churn every 6–18 months.</a:t>
            </a:r>
          </a:p>
          <a:p>
            <a:r>
              <a:t>The question: what does the architecture bet on, and how fast does each bet decay?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IDEA</a:t>
            </a:r>
          </a:p>
          <a:p>
            <a:r>
              <a:t>One declaration → four projections</a:t>
            </a:r>
          </a:p>
          <a:p>
            <a:r>
              <a:t>A new projection in 2029 is one addition inside the hub — not 20 integration projects. Each is derived from, and constrained by, the same declaration.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</a:t>
            </a:r>
          </a:p>
          <a:p>
            <a:r>
              <a:t>How one request finds its satellite</a:t>
            </a:r>
          </a:p>
          <a:p>
            <a:r>
              <a:t>Four kinds of consumer, one hub, three lanes to the same satellites. A satellite that ships no MCP server gets a shim generated from its declaration — the middle lane still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</a:t>
            </a:r>
          </a:p>
          <a:p>
            <a:r>
              <a:t>Add the 20th satellite — the hub doesn't grow</a:t>
            </a:r>
          </a:p>
          <a:p>
            <a:r>
              <a:t>The hub is one codebase — one renderer, shell, brand, and auth. It does not grow when satellites do.</a:t>
            </a:r>
          </a:p>
          <a:p>
            <a:r>
              <a:t>Onboarding = one registry line plus the team's own declaration. Zero hub UI work per satellite.</a:t>
            </a:r>
          </a:p>
          <a:p>
            <a:r>
              <a:t>UI upkeep is O(1) in N — fix the renderer once and every screen across every satellite benefits.</a:t>
            </a:r>
          </a:p>
          <a:p>
            <a:r>
              <a:t>3 today, 30 tomorrow — same hub, same team, same maintenance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DURABILITY THESIS</a:t>
            </a:r>
          </a:p>
          <a:p>
            <a:r>
              <a:t>The declaration is the asset</a:t>
            </a:r>
          </a:p>
          <a:p>
            <a:r>
              <a:t>It can't rot separately from the product — it is the product's UI. A team that stops maintaining its declaration has stopped shipping UI. Self-enforcing.</a:t>
            </a:r>
          </a:p>
          <a:p>
            <a:r>
              <a:t>Capability declarations: 10+ year half-life — a domain artifact, not a tech one. Everything else renders it.</a:t>
            </a:r>
          </a:p>
          <a:p>
            <a:r>
              <a:t>Tenancy / authorization / audit — permanent by design; treated as unchangeable.</a:t>
            </a:r>
          </a:p>
          <a:p>
            <a:r>
              <a:t>Every fast-decaying dependency sits behind a platform-owned seam. No satellite ever imports one.</a:t>
            </a:r>
          </a:p>
          <a:p>
            <a:r>
              <a:t>A 2029 rewrite of the hub costs weeks, not a program — because the declarations don't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LASTS</a:t>
            </a:r>
          </a:p>
          <a:p>
            <a:r>
              <a:t>The declaration outlives everything that renders it</a:t>
            </a:r>
          </a:p>
          <a:p>
            <a:r>
              <a:t>The satellite owns the long bar. Every short-lived dependency — model, wire protocol, renderer, framework — sits behind a platform seam, swappable without touching a satellite.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SOLUTION · ORDER MANAGEMENT (NODE)</a:t>
            </a:r>
          </a:p>
          <a:p>
            <a:r>
              <a:t>Semantic components, hub-owned chrome</a:t>
            </a:r>
          </a:p>
          <a:p>
            <a:r>
              <a:t>The satellite sent JSON: stat tiles, a table, actions — no CSS, no components, no code.</a:t>
            </a:r>
          </a:p>
          <a:p>
            <a:r>
              <a:t>Status colors are hub tone tokens, applied by the renderer.</a:t>
            </a:r>
          </a:p>
          <a:p>
            <a:r>
              <a:t>"Ask the portal" is the agent projection over the same declaration.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SOLUTION · FLEET OPERATIONS (PYTHON)</a:t>
            </a:r>
          </a:p>
          <a:p>
            <a:r>
              <a:t>Same brand, different satellite &amp; language</a:t>
            </a:r>
          </a:p>
          <a:p>
            <a:r>
              <a:t>A different satellite, a different language — byte-identical chrome.</a:t>
            </a:r>
          </a:p>
          <a:p>
            <a:r>
              <a:t>Flip one hub token and both change. Neither shipped a byte of CSS.</a:t>
            </a:r>
          </a:p>
          <a:p>
            <a:r>
              <a:t>The chart uses the hub's chart palette, not the satellite's.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STYLING BARGAIN</a:t>
            </a:r>
          </a:p>
          <a:p>
            <a:r>
              <a:t>Rebrand the whole portal by flipping one token</a:t>
            </a:r>
          </a:p>
          <a:p>
            <a:r>
              <a:t>Default palette — warm neutral ground</a:t>
            </a:r>
          </a:p>
          <a:p>
            <a:r>
              <a:t>PORTAL_BRAND=contoso — cool-grey ground</a:t>
            </a:r>
          </a:p>
          <a:p>
            <a:r>
              <a:t>Same screen, same data, zero satellite changes and no redeploy. The palette lives in the hub; a rebrand recompiles nothing and no satellite is even told.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PART YOU CANNOT REFACTOR LATER</a:t>
            </a:r>
          </a:p>
          <a:p>
            <a:r>
              <a:t>Tenancy · authorization · audit</a:t>
            </a:r>
          </a:p>
          <a:p>
            <a:r>
              <a:t>Authorization isn't hub-dependent — each satellite enforces its own tenant scoping. Call it directly with the wrong tenant's token and it refuses.</a:t>
            </a:r>
          </a:p>
          <a:p>
            <a:r>
              <a:t>Audience default-deny — an unmarked screen is invisible to external principals and absent from the public API. You never add "external" to make something work.</a:t>
            </a:r>
          </a:p>
          <a:p>
            <a:r>
              <a:t>Writes are invisible until named — a mutation reaches a model only when a human names it in the governance file; irreversible ones stay agent-invisible entirely.</a:t>
            </a:r>
          </a:p>
          <a:p>
            <a:r>
              <a:t>Regulated-data audit, by construction — from the log alone: which records the agent read, for whom,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&amp; ACCESS</a:t>
            </a:r>
          </a:p>
          <a:p>
            <a:r>
              <a:t>Keycloak login, satellite-declared roles</a:t>
            </a:r>
          </a:p>
          <a:p>
            <a:r>
              <a:t>Satellites declare, the hub decides — a screen names the roles that may see it; the hub enforces at one chokepoint; each satellite re-checks.</a:t>
            </a:r>
          </a:p>
          <a:p>
            <a:r>
              <a:t>Any-of &amp; opt-in — hold one of the named roles; a screen that names none isn't role-gated. Internal only — partners are governed by audience + the public API.</a:t>
            </a:r>
          </a:p>
          <a:p>
            <a:r>
              <a:t>Keycloak is the source of truth — org roles ride the login token into the Principal; the platform registry can narrow, never widen.</a:t>
            </a:r>
          </a:p>
          <a:p>
            <a:r>
              <a:t>The matrix — finance → orders · engineering → orders + fleet · platform → fleet + depots · leadership →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MOMENT</a:t>
            </a:r>
          </a:p>
          <a:p>
            <a:r>
              <a:t>Edit a satellite's JSON. Refresh. New UI.</a:t>
            </a:r>
          </a:p>
          <a:p>
            <a:r>
              <a:t>Zero hub deploys. Zero hub code changes.</a:t>
            </a:r>
          </a:p>
          <a:p>
            <a:r>
              <a:t>Deep links, reload, and browser-back all work.</a:t>
            </a:r>
          </a:p>
          <a:p>
            <a:r>
              <a:t>Kill a satellite mid-demo → a scoped error card; nav and the others are unaffected.</a:t>
            </a:r>
          </a:p>
          <a:p>
            <a:r>
              <a:t>The marginal cost of solution #20 = solution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· BUILT AND RUNNING</a:t>
            </a:r>
          </a:p>
          <a:p>
            <a:r>
              <a:t>One hub, three satellites, three languages</a:t>
            </a:r>
          </a:p>
          <a:p>
            <a:r>
              <a:t>Deterministic portal + identity spine — 34-component catalog, PUP protocol, tenancy/authz/audit. Done.</a:t>
            </a:r>
          </a:p>
          <a:p>
            <a:r>
              <a:t>Agent + MCP gateway — strict render schema, grounding, confirmation, per-tenant kill switch. Done.</a:t>
            </a:r>
          </a:p>
          <a:p>
            <a:r>
              <a:t>External surfaces — brokered public API, outward MCP server, conformance + SDK. Done.</a:t>
            </a:r>
          </a:p>
          <a:p>
            <a:r>
              <a:t>Depot Operations (C#) — shown here; same brand as Node &amp; Python.</a:t>
            </a:r>
          </a:p>
          <a:p>
            <a:r>
              <a:t>Deferred until a consumer exists — MCP→PUP generation, third-party MCP path — captured as plans, not speculative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BET</a:t>
            </a:r>
          </a:p>
          <a:p>
            <a:r>
              <a:t>Adding or changing a screen needs zero hub deployments.</a:t>
            </a:r>
          </a:p>
          <a:p>
            <a:r>
              <a:t>AI, MCP, and API are not three systems to build. They are three views of one asset the solution already owns — and a fourth, whatever 2029 asks for, is one addition inside the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